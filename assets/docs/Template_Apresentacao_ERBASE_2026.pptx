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2db0b34a964029" /><Relationship Type="http://schemas.openxmlformats.org/officeDocument/2006/relationships/extended-properties" Target="/docProps/app.xml" Id="R77b90337f5224092" /><Relationship Type="http://schemas.openxmlformats.org/officeDocument/2006/relationships/officeDocument" Target="/ppt/presentation.xml" Id="R16d65ee37db947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25bd374d804e2a"/>
  </p:sldMasterIdLst>
  <p:notesMasterIdLst>
    <p:notesMasterId xmlns:r="http://schemas.openxmlformats.org/officeDocument/2006/relationships" r:id="Rf81b81c7b0bf4ebc"/>
  </p:notesMasterIdLst>
  <p:sldIdLst>
    <p:sldId xmlns:r="http://schemas.openxmlformats.org/officeDocument/2006/relationships" id="256" r:id="Rd984212675cb4e5b"/>
    <p:sldId xmlns:r="http://schemas.openxmlformats.org/officeDocument/2006/relationships" id="257" r:id="Rcbab95a841124109"/>
    <p:sldId xmlns:r="http://schemas.openxmlformats.org/officeDocument/2006/relationships" id="258" r:id="R903aa0b8a2c746de"/>
    <p:sldId xmlns:r="http://schemas.openxmlformats.org/officeDocument/2006/relationships" id="259" r:id="R8bc2e0e5e4334274"/>
    <p:sldId xmlns:r="http://schemas.openxmlformats.org/officeDocument/2006/relationships" id="260" r:id="Rf59a0b4de445423b"/>
    <p:sldId xmlns:r="http://schemas.openxmlformats.org/officeDocument/2006/relationships" id="261" r:id="Ra20deade967d4058"/>
    <p:sldId xmlns:r="http://schemas.openxmlformats.org/officeDocument/2006/relationships" id="262" r:id="R3dc56665d11c474b"/>
    <p:sldId xmlns:r="http://schemas.openxmlformats.org/officeDocument/2006/relationships" id="263" r:id="Rff2bac8df45e49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da89c5a0c0488e" /><Relationship Type="http://schemas.openxmlformats.org/officeDocument/2006/relationships/slideMaster" Target="/ppt/slideMasters/slideMaster1.xml" Id="R2825bd374d804e2a" /><Relationship Type="http://schemas.openxmlformats.org/officeDocument/2006/relationships/notesMaster" Target="/ppt/notesMasters/notesMaster1.xml" Id="Rf81b81c7b0bf4ebc" /><Relationship Type="http://schemas.openxmlformats.org/officeDocument/2006/relationships/presProps" Target="/ppt/presProps.xml" Id="R11cf08e4cf8a4eda" /><Relationship Type="http://schemas.openxmlformats.org/officeDocument/2006/relationships/tableStyles" Target="/ppt/tableStyles.xml" Id="Ra3544374975a42b0" /><Relationship Type="http://schemas.openxmlformats.org/officeDocument/2006/relationships/slide" Target="/ppt/slides/slide1.xml" Id="Rd984212675cb4e5b" /><Relationship Type="http://schemas.openxmlformats.org/officeDocument/2006/relationships/slide" Target="/ppt/slides/slide2.xml" Id="Rcbab95a841124109" /><Relationship Type="http://schemas.openxmlformats.org/officeDocument/2006/relationships/slide" Target="/ppt/slides/slide3.xml" Id="R903aa0b8a2c746de" /><Relationship Type="http://schemas.openxmlformats.org/officeDocument/2006/relationships/slide" Target="/ppt/slides/slide4.xml" Id="R8bc2e0e5e4334274" /><Relationship Type="http://schemas.openxmlformats.org/officeDocument/2006/relationships/slide" Target="/ppt/slides/slide5.xml" Id="Rf59a0b4de445423b" /><Relationship Type="http://schemas.openxmlformats.org/officeDocument/2006/relationships/slide" Target="/ppt/slides/slide6.xml" Id="Ra20deade967d4058" /><Relationship Type="http://schemas.openxmlformats.org/officeDocument/2006/relationships/slide" Target="/ppt/slides/slide7.xml" Id="R3dc56665d11c474b" /><Relationship Type="http://schemas.openxmlformats.org/officeDocument/2006/relationships/slide" Target="/ppt/slides/slide8.xml" Id="Rff2bac8df45e49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c268fdebb342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cecf79bbb94d62" /><Relationship Type="http://schemas.openxmlformats.org/officeDocument/2006/relationships/notesMaster" Target="/ppt/notesMasters/notesMaster1.xml" Id="Race1e452ac1641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d31e09ec7c4d10" /><Relationship Type="http://schemas.openxmlformats.org/officeDocument/2006/relationships/notesMaster" Target="/ppt/notesMasters/notesMaster1.xml" Id="Rb8f21abfc22c47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feb0a5628241ad" /><Relationship Type="http://schemas.openxmlformats.org/officeDocument/2006/relationships/notesMaster" Target="/ppt/notesMasters/notesMaster1.xml" Id="Re291ba91c17c40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9347d45bda454d" /><Relationship Type="http://schemas.openxmlformats.org/officeDocument/2006/relationships/notesMaster" Target="/ppt/notesMasters/notesMaster1.xml" Id="Rdc38af473ab344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7d6ac703b3471b" /><Relationship Type="http://schemas.openxmlformats.org/officeDocument/2006/relationships/notesMaster" Target="/ppt/notesMasters/notesMaster1.xml" Id="R6e42e6b089ae4d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18387546014927" /><Relationship Type="http://schemas.openxmlformats.org/officeDocument/2006/relationships/notesMaster" Target="/ppt/notesMasters/notesMaster1.xml" Id="R9594cbad136541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96db07b9d24690" /><Relationship Type="http://schemas.openxmlformats.org/officeDocument/2006/relationships/notesMaster" Target="/ppt/notesMasters/notesMaster1.xml" Id="Rb5ed8806f3f847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618f272d424e43" /><Relationship Type="http://schemas.openxmlformats.org/officeDocument/2006/relationships/notesMaster" Target="/ppt/notesMasters/notesMaster1.xml" Id="R92c3f52ec4b341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MODELO EDITÁVEL PARA OS AUTORES</a:t>
            </a:r>
          </a:p>
          <a:p xmlns:a="http://schemas.openxmlformats.org/drawingml/2006/main">
            <a:r>
              <a:t>Capa: informe o título completo, o ID, o subevento e todos os autores, destacando verbalmente quem apresenta. O logotipo é oficial, extraído do banner fornecido.</a:t>
            </a:r>
          </a:p>
          <a:p xmlns:a="http://schemas.openxmlformats.org/drawingml/2006/main">
            <a:r>
              <a:t>Substitua os campos entre colchetes pelos dados reais do artigo e exclua os slides que não se aplicam. Duplique os layouts conforme necessário. Não apresente o modelo sem preenchê-lo.</a:t>
            </a:r>
          </a:p>
          <a:p xmlns:a="http://schemas.openxmlformats.org/drawingml/2006/main">
            <a:r>
              <a:t>Artigos identificados como Best Paper, XBase e Meninas DigiBase: 15 min de apresentação + 5 min de arguição. Demais trabalhos de PesqBase e WeiBase: 10 min + 5 min. Na WeiBase, os três Best Papers são #29809, #30513 e #32045, conforme a planilha enviada pela coordenação. Best Paper é uma identificação adicional, não uma trilha de submissão. Confira a trilha oficial indicada na programação. Sessões matutinas às 08h15 e vespertinas às 13h30.</a:t>
            </a:r>
          </a:p>
          <a:p xmlns:a="http://schemas.openxmlformats.org/drawingml/2006/main">
            <a:r>
              <a:t>Para cada artigo, pelo menos um dos autores deverá obrigatoriamente estar inscrito no evento e apresentar presencialmente. Não haverá apresentação remota, on-line, gravada ou por outra modalidade.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Identidade visual: ERBASE2026_BANNER_PESQBASE(Modelo1).pdf e demais banners enviados pelo coordenador; logos e fundo extraídos dos arquivos originais.</a:t>
            </a:r>
          </a:p>
          <a:p xmlns:a="http://schemas.openxmlformats.org/drawingml/2006/main">
            <a:r>
              <a:t>Evento: https://erbase.sbc.org.br/2026/ — consulta em 05/09/2026.</a:t>
            </a:r>
          </a:p>
          <a:p xmlns:a="http://schemas.openxmlformats.org/drawingml/2006/main">
            <a:r>
              <a:t>Tempos: DOC-20260905-WA0246.pdf. Regra de apresentação presencial: orientação expressa da Coordenação Geral nesta conversa.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MODELO EDITÁVEL PARA OS AUTORES</a:t>
            </a:r>
          </a:p>
          <a:p xmlns:a="http://schemas.openxmlformats.org/drawingml/2006/main">
            <a:r>
              <a:t>Explique o problema e o objetivo. Para relatos de experiência, identifique o público e o contexto educacional. Use somente informações do artigo.</a:t>
            </a:r>
          </a:p>
          <a:p xmlns:a="http://schemas.openxmlformats.org/drawingml/2006/main">
            <a:r>
              <a:t>Substitua os campos entre colchetes pelos dados reais do artigo e exclua os slides que não se aplicam. Duplique os layouts conforme necessário. Não apresente o modelo sem preenchê-lo.</a:t>
            </a:r>
          </a:p>
          <a:p xmlns:a="http://schemas.openxmlformats.org/drawingml/2006/main">
            <a:r>
              <a:t>Artigos identificados como Best Paper, XBase e Meninas DigiBase: 15 min de apresentação + 5 min de arguição. Demais trabalhos de PesqBase e WeiBase: 10 min + 5 min. Na WeiBase, os três Best Papers são #29809, #30513 e #32045, conforme a planilha enviada pela coordenação. Best Paper é uma identificação adicional, não uma trilha de submissão. Confira a trilha oficial indicada na programação. Sessões matutinas às 08h15 e vespertinas às 13h30.</a:t>
            </a:r>
          </a:p>
          <a:p xmlns:a="http://schemas.openxmlformats.org/drawingml/2006/main">
            <a:r>
              <a:t>Para cada artigo, pelo menos um dos autores deverá obrigatoriamente estar inscrito no evento e apresentar presencialmente. Não haverá apresentação remota, on-line, gravada ou por outra modalidade.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Identidade visual: ERBASE2026_BANNER_PESQBASE(Modelo1).pdf e demais banners enviados pelo coordenador; logos e fundo extraídos dos arquivos originais.</a:t>
            </a:r>
          </a:p>
          <a:p xmlns:a="http://schemas.openxmlformats.org/drawingml/2006/main">
            <a:r>
              <a:t>Evento: https://erbase.sbc.org.br/2026/ — consulta em 05/09/2026.</a:t>
            </a:r>
          </a:p>
          <a:p xmlns:a="http://schemas.openxmlformats.org/drawingml/2006/main">
            <a:r>
              <a:t>Tempos: DOC-20260905-WA0246.pdf. Regra de apresentação presencial: orientação expressa da Coordenação Geral nesta conversa.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MODELO EDITÁVEL PARA OS AUTORES</a:t>
            </a:r>
          </a:p>
          <a:p xmlns:a="http://schemas.openxmlformats.org/drawingml/2006/main">
            <a:r>
              <a:t>Resuma o método em três etapas. Adapte os títulos ao método efetivamente utilizado.</a:t>
            </a:r>
          </a:p>
          <a:p xmlns:a="http://schemas.openxmlformats.org/drawingml/2006/main">
            <a:r>
              <a:t>Substitua os campos entre colchetes pelos dados reais do artigo e exclua os slides que não se aplicam. Duplique os layouts conforme necessário. Não apresente o modelo sem preenchê-lo.</a:t>
            </a:r>
          </a:p>
          <a:p xmlns:a="http://schemas.openxmlformats.org/drawingml/2006/main">
            <a:r>
              <a:t>Artigos identificados como Best Paper, XBase e Meninas DigiBase: 15 min de apresentação + 5 min de arguição. Demais trabalhos de PesqBase e WeiBase: 10 min + 5 min. Na WeiBase, os três Best Papers são #29809, #30513 e #32045, conforme a planilha enviada pela coordenação. Best Paper é uma identificação adicional, não uma trilha de submissão. Confira a trilha oficial indicada na programação. Sessões matutinas às 08h15 e vespertinas às 13h30.</a:t>
            </a:r>
          </a:p>
          <a:p xmlns:a="http://schemas.openxmlformats.org/drawingml/2006/main">
            <a:r>
              <a:t>Para cada artigo, pelo menos um dos autores deverá obrigatoriamente estar inscrito no evento e apresentar presencialmente. Não haverá apresentação remota, on-line, gravada ou por outra modalidade.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Identidade visual: ERBASE2026_BANNER_PESQBASE(Modelo1).pdf e demais banners enviados pelo coordenador; logos e fundo extraídos dos arquivos originais.</a:t>
            </a:r>
          </a:p>
          <a:p xmlns:a="http://schemas.openxmlformats.org/drawingml/2006/main">
            <a:r>
              <a:t>Evento: https://erbase.sbc.org.br/2026/ — consulta em 05/09/2026.</a:t>
            </a:r>
          </a:p>
          <a:p xmlns:a="http://schemas.openxmlformats.org/drawingml/2006/main">
            <a:r>
              <a:t>Tempos: DOC-20260905-WA0246.pdf. Regra de apresentação presencial: orientação expressa da Coordenação Geral nesta conversa.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MODELO EDITÁVEL PARA OS AUTORES</a:t>
            </a:r>
          </a:p>
          <a:p xmlns:a="http://schemas.openxmlformats.org/drawingml/2006/main">
            <a:r>
              <a:t>Substitua a caixa de imagem por uma figura do próprio trabalho, mantendo a proporção. Na XBase, apresente o protótipo e seu funcionamento; a mostra continua presencialmente na sessão programada.</a:t>
            </a:r>
          </a:p>
          <a:p xmlns:a="http://schemas.openxmlformats.org/drawingml/2006/main">
            <a:r>
              <a:t>Substitua os campos entre colchetes pelos dados reais do artigo e exclua os slides que não se aplicam. Duplique os layouts conforme necessário. Não apresente o modelo sem preenchê-lo.</a:t>
            </a:r>
          </a:p>
          <a:p xmlns:a="http://schemas.openxmlformats.org/drawingml/2006/main">
            <a:r>
              <a:t>Artigos identificados como Best Paper, XBase e Meninas DigiBase: 15 min de apresentação + 5 min de arguição. Demais trabalhos de PesqBase e WeiBase: 10 min + 5 min. Na WeiBase, os três Best Papers são #29809, #30513 e #32045, conforme a planilha enviada pela coordenação. Best Paper é uma identificação adicional, não uma trilha de submissão. Confira a trilha oficial indicada na programação. Sessões matutinas às 08h15 e vespertinas às 13h30.</a:t>
            </a:r>
          </a:p>
          <a:p xmlns:a="http://schemas.openxmlformats.org/drawingml/2006/main">
            <a:r>
              <a:t>Para cada artigo, pelo menos um dos autores deverá obrigatoriamente estar inscrito no evento e apresentar presencialmente. Não haverá apresentação remota, on-line, gravada ou por outra modalidade.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Identidade visual: ERBASE2026_BANNER_PESQBASE(Modelo1).pdf e demais banners enviados pelo coordenador; logos e fundo extraídos dos arquivos originais.</a:t>
            </a:r>
          </a:p>
          <a:p xmlns:a="http://schemas.openxmlformats.org/drawingml/2006/main">
            <a:r>
              <a:t>Evento: https://erbase.sbc.org.br/2026/ — consulta em 05/09/2026.</a:t>
            </a:r>
          </a:p>
          <a:p xmlns:a="http://schemas.openxmlformats.org/drawingml/2006/main">
            <a:r>
              <a:t>Tempos: DOC-20260905-WA0246.pdf. Regra de apresentação presencial: orientação expressa da Coordenação Geral nesta conversa.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MODELO EDITÁVEL PARA OS AUTORES</a:t>
            </a:r>
          </a:p>
          <a:p xmlns:a="http://schemas.openxmlformats.org/drawingml/2006/main">
            <a:r>
              <a:t>Use dados reais, com unidades e legenda. Não inclua números de exemplo. Para relatos, apresente evidências da experiência.</a:t>
            </a:r>
          </a:p>
          <a:p xmlns:a="http://schemas.openxmlformats.org/drawingml/2006/main">
            <a:r>
              <a:t>Substitua os campos entre colchetes pelos dados reais do artigo e exclua os slides que não se aplicam. Duplique os layouts conforme necessário. Não apresente o modelo sem preenchê-lo.</a:t>
            </a:r>
          </a:p>
          <a:p xmlns:a="http://schemas.openxmlformats.org/drawingml/2006/main">
            <a:r>
              <a:t>Artigos identificados como Best Paper, XBase e Meninas DigiBase: 15 min de apresentação + 5 min de arguição. Demais trabalhos de PesqBase e WeiBase: 10 min + 5 min. Na WeiBase, os três Best Papers são #29809, #30513 e #32045, conforme a planilha enviada pela coordenação. Best Paper é uma identificação adicional, não uma trilha de submissão. Confira a trilha oficial indicada na programação. Sessões matutinas às 08h15 e vespertinas às 13h30.</a:t>
            </a:r>
          </a:p>
          <a:p xmlns:a="http://schemas.openxmlformats.org/drawingml/2006/main">
            <a:r>
              <a:t>Para cada artigo, pelo menos um dos autores deverá obrigatoriamente estar inscrito no evento e apresentar presencialmente. Não haverá apresentação remota, on-line, gravada ou por outra modalidade.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Identidade visual: ERBASE2026_BANNER_PESQBASE(Modelo1).pdf e demais banners enviados pelo coordenador; logos e fundo extraídos dos arquivos originais.</a:t>
            </a:r>
          </a:p>
          <a:p xmlns:a="http://schemas.openxmlformats.org/drawingml/2006/main">
            <a:r>
              <a:t>Evento: https://erbase.sbc.org.br/2026/ — consulta em 05/09/2026.</a:t>
            </a:r>
          </a:p>
          <a:p xmlns:a="http://schemas.openxmlformats.org/drawingml/2006/main">
            <a:r>
              <a:t>Tempos: DOC-20260905-WA0246.pdf. Regra de apresentação presencial: orientação expressa da Coordenação Geral nesta conversa.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MODELO EDITÁVEL PARA OS AUTORES</a:t>
            </a:r>
          </a:p>
          <a:p xmlns:a="http://schemas.openxmlformats.org/drawingml/2006/main">
            <a:r>
              <a:t>Retome o objetivo, destaque a contribuição e delimite as conclusões. Evite apresentar resultados novos neste slide.</a:t>
            </a:r>
          </a:p>
          <a:p xmlns:a="http://schemas.openxmlformats.org/drawingml/2006/main">
            <a:r>
              <a:t>Substitua os campos entre colchetes pelos dados reais do artigo e exclua os slides que não se aplicam. Duplique os layouts conforme necessário. Não apresente o modelo sem preenchê-lo.</a:t>
            </a:r>
          </a:p>
          <a:p xmlns:a="http://schemas.openxmlformats.org/drawingml/2006/main">
            <a:r>
              <a:t>Artigos identificados como Best Paper, XBase e Meninas DigiBase: 15 min de apresentação + 5 min de arguição. Demais trabalhos de PesqBase e WeiBase: 10 min + 5 min. Na WeiBase, os três Best Papers são #29809, #30513 e #32045, conforme a planilha enviada pela coordenação. Best Paper é uma identificação adicional, não uma trilha de submissão. Confira a trilha oficial indicada na programação. Sessões matutinas às 08h15 e vespertinas às 13h30.</a:t>
            </a:r>
          </a:p>
          <a:p xmlns:a="http://schemas.openxmlformats.org/drawingml/2006/main">
            <a:r>
              <a:t>Para cada artigo, pelo menos um dos autores deverá obrigatoriamente estar inscrito no evento e apresentar presencialmente. Não haverá apresentação remota, on-line, gravada ou por outra modalidade.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Identidade visual: ERBASE2026_BANNER_PESQBASE(Modelo1).pdf e demais banners enviados pelo coordenador; logos e fundo extraídos dos arquivos originais.</a:t>
            </a:r>
          </a:p>
          <a:p xmlns:a="http://schemas.openxmlformats.org/drawingml/2006/main">
            <a:r>
              <a:t>Evento: https://erbase.sbc.org.br/2026/ — consulta em 05/09/2026.</a:t>
            </a:r>
          </a:p>
          <a:p xmlns:a="http://schemas.openxmlformats.org/drawingml/2006/main">
            <a:r>
              <a:t>Tempos: DOC-20260905-WA0246.pdf. Regra de apresentação presencial: orientação expressa da Coordenação Geral nesta conversa.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MODELO EDITÁVEL PARA OS AUTORES</a:t>
            </a:r>
          </a:p>
          <a:p xmlns:a="http://schemas.openxmlformats.org/drawingml/2006/main">
            <a:r>
              <a:t>Inclua somente as referências citadas na apresentação, com dados reais. Duplique o slide se necessário.</a:t>
            </a:r>
          </a:p>
          <a:p xmlns:a="http://schemas.openxmlformats.org/drawingml/2006/main">
            <a:r>
              <a:t>Substitua os campos entre colchetes pelos dados reais do artigo e exclua os slides que não se aplicam. Duplique os layouts conforme necessário. Não apresente o modelo sem preenchê-lo.</a:t>
            </a:r>
          </a:p>
          <a:p xmlns:a="http://schemas.openxmlformats.org/drawingml/2006/main">
            <a:r>
              <a:t>Artigos identificados como Best Paper, XBase e Meninas DigiBase: 15 min de apresentação + 5 min de arguição. Demais trabalhos de PesqBase e WeiBase: 10 min + 5 min. Na WeiBase, os três Best Papers são #29809, #30513 e #32045, conforme a planilha enviada pela coordenação. Best Paper é uma identificação adicional, não uma trilha de submissão. Confira a trilha oficial indicada na programação. Sessões matutinas às 08h15 e vespertinas às 13h30.</a:t>
            </a:r>
          </a:p>
          <a:p xmlns:a="http://schemas.openxmlformats.org/drawingml/2006/main">
            <a:r>
              <a:t>Para cada artigo, pelo menos um dos autores deverá obrigatoriamente estar inscrito no evento e apresentar presencialmente. Não haverá apresentação remota, on-line, gravada ou por outra modalidade.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Identidade visual: ERBASE2026_BANNER_PESQBASE(Modelo1).pdf e demais banners enviados pelo coordenador; logos e fundo extraídos dos arquivos originais.</a:t>
            </a:r>
          </a:p>
          <a:p xmlns:a="http://schemas.openxmlformats.org/drawingml/2006/main">
            <a:r>
              <a:t>Evento: https://erbase.sbc.org.br/2026/ — consulta em 05/09/2026.</a:t>
            </a:r>
          </a:p>
          <a:p xmlns:a="http://schemas.openxmlformats.org/drawingml/2006/main">
            <a:r>
              <a:t>Tempos: DOC-20260905-WA0246.pdf. Regra de apresentação presencial: orientação expressa da Coordenação Geral nesta conversa.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MODELO EDITÁVEL PARA OS AUTORES</a:t>
            </a:r>
          </a:p>
          <a:p xmlns:a="http://schemas.openxmlformats.org/drawingml/2006/main">
            <a:r>
              <a:t>Substitua a mensagem final por uma síntese da contribuição e mantenha o slide durante a arguição. O tempo da arguição é adicional ao tempo de apresentação indicado na programação.</a:t>
            </a:r>
          </a:p>
          <a:p xmlns:a="http://schemas.openxmlformats.org/drawingml/2006/main">
            <a:r>
              <a:t>Substitua os campos entre colchetes pelos dados reais do artigo e exclua os slides que não se aplicam. Duplique os layouts conforme necessário. Não apresente o modelo sem preenchê-lo.</a:t>
            </a:r>
          </a:p>
          <a:p xmlns:a="http://schemas.openxmlformats.org/drawingml/2006/main">
            <a:r>
              <a:t>Artigos identificados como Best Paper, XBase e Meninas DigiBase: 15 min de apresentação + 5 min de arguição. Demais trabalhos de PesqBase e WeiBase: 10 min + 5 min. Na WeiBase, os três Best Papers são #29809, #30513 e #32045, conforme a planilha enviada pela coordenação. Best Paper é uma identificação adicional, não uma trilha de submissão. Confira a trilha oficial indicada na programação. Sessões matutinas às 08h15 e vespertinas às 13h30.</a:t>
            </a:r>
          </a:p>
          <a:p xmlns:a="http://schemas.openxmlformats.org/drawingml/2006/main">
            <a:r>
              <a:t>Para cada artigo, pelo menos um dos autores deverá obrigatoriamente estar inscrito no evento e apresentar presencialmente. Não haverá apresentação remota, on-line, gravada ou por outra modalidade.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Identidade visual: ERBASE2026_BANNER_PESQBASE(Modelo1).pdf e demais banners enviados pelo coordenador; logos e fundo extraídos dos arquivos originais.</a:t>
            </a:r>
          </a:p>
          <a:p xmlns:a="http://schemas.openxmlformats.org/drawingml/2006/main">
            <a:r>
              <a:t>Evento: https://erbase.sbc.org.br/2026/ — consulta em 05/09/2026.</a:t>
            </a:r>
          </a:p>
          <a:p xmlns:a="http://schemas.openxmlformats.org/drawingml/2006/main">
            <a:r>
              <a:t>Tempos: DOC-20260905-WA0246.pdf. Regra de apresentação presencial: orientação expressa da Coordenação Geral nesta conversa.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16e2cf04df47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b0500042fa44bd" /><Relationship Type="http://schemas.openxmlformats.org/officeDocument/2006/relationships/slideLayout" Target="/ppt/slideLayouts/slideLayout1.xml" Id="Rb38ed39573d84b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8ed39573d84b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1f1f16a834099" /><Relationship Type="http://schemas.openxmlformats.org/officeDocument/2006/relationships/image" Target="/ppt/media/image.png" Id="R32f5d8cd35f14247" /><Relationship Type="http://schemas.openxmlformats.org/officeDocument/2006/relationships/image" Target="/ppt/media/image2.png" Id="R525c236360804757" /><Relationship Type="http://schemas.openxmlformats.org/officeDocument/2006/relationships/image" Target="/ppt/media/image3.png" Id="R326294d03c0c45d6" /><Relationship Type="http://schemas.openxmlformats.org/officeDocument/2006/relationships/notesSlide" Target="/ppt/notesSlides/notesSlide1.xml" Id="Re43b188764ac46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871e71d7a4189" /><Relationship Type="http://schemas.openxmlformats.org/officeDocument/2006/relationships/image" Target="/ppt/media/image4.png" Id="Red0da97a7ee84ed9" /><Relationship Type="http://schemas.openxmlformats.org/officeDocument/2006/relationships/image" Target="/ppt/media/image5.png" Id="R63e3159e821e4383" /><Relationship Type="http://schemas.openxmlformats.org/officeDocument/2006/relationships/notesSlide" Target="/ppt/notesSlides/notesSlide2.xml" Id="R31c70b8dfba246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b1eb6bb044069" /><Relationship Type="http://schemas.openxmlformats.org/officeDocument/2006/relationships/image" Target="/ppt/media/image6.png" Id="R5e0bf04bc1df4fa0" /><Relationship Type="http://schemas.openxmlformats.org/officeDocument/2006/relationships/image" Target="/ppt/media/image7.png" Id="Rb44c7c54ef554d63" /><Relationship Type="http://schemas.openxmlformats.org/officeDocument/2006/relationships/notesSlide" Target="/ppt/notesSlides/notesSlide3.xml" Id="R61ed52d6d82247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0b1652d094097" /><Relationship Type="http://schemas.openxmlformats.org/officeDocument/2006/relationships/image" Target="/ppt/media/image8.png" Id="R63af909998544945" /><Relationship Type="http://schemas.openxmlformats.org/officeDocument/2006/relationships/image" Target="/ppt/media/image9.png" Id="R6d2e0dce6e224ef4" /><Relationship Type="http://schemas.openxmlformats.org/officeDocument/2006/relationships/notesSlide" Target="/ppt/notesSlides/notesSlide4.xml" Id="Ra7bc55189f6b4e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3becc35ce4a77" /><Relationship Type="http://schemas.openxmlformats.org/officeDocument/2006/relationships/image" Target="/ppt/media/image10.png" Id="R70206dd2eb234fb6" /><Relationship Type="http://schemas.openxmlformats.org/officeDocument/2006/relationships/image" Target="/ppt/media/image11.png" Id="R240b245f913a4a23" /><Relationship Type="http://schemas.openxmlformats.org/officeDocument/2006/relationships/notesSlide" Target="/ppt/notesSlides/notesSlide5.xml" Id="R1f18847dbc0140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92fd1aba440b0" /><Relationship Type="http://schemas.openxmlformats.org/officeDocument/2006/relationships/image" Target="/ppt/media/image12.png" Id="Rf51f6b5abaed45cf" /><Relationship Type="http://schemas.openxmlformats.org/officeDocument/2006/relationships/image" Target="/ppt/media/image13.png" Id="R691a0b69c618435c" /><Relationship Type="http://schemas.openxmlformats.org/officeDocument/2006/relationships/notesSlide" Target="/ppt/notesSlides/notesSlide6.xml" Id="Rf6267ef376e641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a441475914318" /><Relationship Type="http://schemas.openxmlformats.org/officeDocument/2006/relationships/image" Target="/ppt/media/image14.png" Id="Raf69a101dfb0488d" /><Relationship Type="http://schemas.openxmlformats.org/officeDocument/2006/relationships/image" Target="/ppt/media/image15.png" Id="Rb0aff2b1fef049db" /><Relationship Type="http://schemas.openxmlformats.org/officeDocument/2006/relationships/notesSlide" Target="/ppt/notesSlides/notesSlide7.xml" Id="Rabafe1c184b145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1f8a0bcdf4fa0" /><Relationship Type="http://schemas.openxmlformats.org/officeDocument/2006/relationships/image" Target="/ppt/media/image16.png" Id="Rc264ace2f946472d" /><Relationship Type="http://schemas.openxmlformats.org/officeDocument/2006/relationships/image" Target="/ppt/media/image17.png" Id="R66a9bee834aa48d4" /><Relationship Type="http://schemas.openxmlformats.org/officeDocument/2006/relationships/image" Target="/ppt/media/image18.png" Id="R31b08d33758843d1" /><Relationship Type="http://schemas.openxmlformats.org/officeDocument/2006/relationships/image" Target="/ppt/media/image19.png" Id="Raa73166deae74398" /><Relationship Type="http://schemas.openxmlformats.org/officeDocument/2006/relationships/notesSlide" Target="/ppt/notesSlides/notesSlide8.xml" Id="R63b83311b9a047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3B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5d8cd35f14247"/>
          <a:srcRect xmlns:a="http://schemas.openxmlformats.org/drawingml/2006/main" l="0" t="31250" r="0" b="31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5c236360804757"/>
          <a:stretch xmlns:a="http://schemas.openxmlformats.org/drawingml/2006/main"/>
        </p:blipFill>
        <p:spPr>
          <a:xfrm xmlns:a="http://schemas.openxmlformats.org/drawingml/2006/main">
            <a:off x="8810625" y="1047750"/>
            <a:ext cx="3143250" cy="31432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BD77D-2050-400A-8B58-38A11C26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000625" cy="2009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6294d03c0c45d6"/>
          <a:stretch xmlns:a="http://schemas.openxmlformats.org/drawingml/2006/main"/>
        </p:blipFill>
        <p:spPr>
          <a:xfrm xmlns:a="http://schemas.openxmlformats.org/drawingml/2006/main">
            <a:off x="733425" y="497736"/>
            <a:ext cx="4591050" cy="184297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F952D-42FC-4C7B-9B27-5FDA0F4A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DCA9"/>
                </a:solidFill>
              </a:defRPr>
            </a:pPr>
            <a:r>
              <a:rPr sz="1800" b="1">
                <a:solidFill>
                  <a:srgbClr val="00DCA9"/>
                </a:solidFill>
              </a:rPr>
              <a:t>[SUBEVENTO]  •  ARTIGO [ID]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7BECE-A4CB-4534-AA55-33D1A5EC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[Título do trabalho]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DD2E9-30D1-4386-BE49-572DB21C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[Nome de todos os autores]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CD4CB-A5A9-46D1-8DC6-F668A524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CECEF"/>
                </a:solidFill>
              </a:defRPr>
            </a:pPr>
            <a:r>
              <a:rPr sz="1800" b="0">
                <a:solidFill>
                  <a:srgbClr val="BCECEF"/>
                </a:solidFill>
              </a:rPr>
              <a:t>[Instituição ou instituições]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87B86-8C97-420A-8EAB-0EAE40AF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23 a 25 de setembro de 2026  •  IFAL – Campus Maragogi</a:t>
            </a:r>
          </a:p>
        </p:txBody>
      </p:sp>
    </p:spTree>
    <p:extLst>
      <p:ext uri="{BB962C8B-B14F-4D97-AF65-F5344CB8AC3E}">
        <p14:creationId xmlns:p14="http://schemas.microsoft.com/office/powerpoint/2010/main" val="10197643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0da97a7ee84ed9"/>
          <a:srcRect xmlns:a="http://schemas.openxmlformats.org/drawingml/2006/main" l="0" t="47552" r="0" b="475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962650"/>
            <a:ext cx="12192000" cy="89535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3159e821e4383"/>
          <a:stretch xmlns:a="http://schemas.openxmlformats.org/drawingml/2006/main"/>
        </p:blipFill>
        <p:spPr>
          <a:xfrm xmlns:a="http://schemas.openxmlformats.org/drawingml/2006/main">
            <a:off x="9382125" y="174682"/>
            <a:ext cx="2143125" cy="860312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CECC2-3A04-4ABF-AEAC-EE7E86A7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B8C2"/>
                </a:solidFill>
              </a:defRPr>
            </a:pPr>
            <a:r>
              <a:rPr sz="1350" b="1">
                <a:solidFill>
                  <a:srgbClr val="00B8C2"/>
                </a:solidFill>
              </a:rPr>
              <a:t>ERBASE 2026  /  [SUBEVENTO]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55060-7444-453A-B3C3-BF8B744B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3B50"/>
                </a:solidFill>
              </a:defRPr>
            </a:pPr>
            <a:r>
              <a:rPr sz="3300" b="1">
                <a:solidFill>
                  <a:srgbClr val="103B50"/>
                </a:solidFill>
              </a:rPr>
              <a:t>Contexto e objetivos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D11DA-242E-4C70-8FFC-A9F3C46E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[Título curto do artigo] • [ID]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F6DF8-BA43-44D9-A150-7693886A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B1333-3521-4254-A354-56AF810A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B8C2"/>
                </a:solidFill>
              </a:defRPr>
            </a:pPr>
            <a:r>
              <a:rPr sz="2325" b="1">
                <a:solidFill>
                  <a:srgbClr val="00B8C2"/>
                </a:solidFill>
              </a:rPr>
              <a:t>[Problema ou necessidade]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37EA8-44E8-4A32-BE37-8F1D3329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857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3B50"/>
                </a:solidFill>
              </a:defRPr>
            </a:pPr>
            <a:r>
              <a:rPr sz="2250" b="0">
                <a:solidFill>
                  <a:srgbClr val="103B50"/>
                </a:solidFill>
              </a:rPr>
              <a:t>[Apresente o contexto e a relevância do problema em até três linhas.]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8D3F5-CBAE-429A-857A-67A797E7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09775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B8C2"/>
                </a:solidFill>
              </a:defRPr>
            </a:pPr>
            <a:r>
              <a:rPr sz="2325" b="1">
                <a:solidFill>
                  <a:srgbClr val="00B8C2"/>
                </a:solidFill>
              </a:rPr>
              <a:t>[Objetivo do trabalho]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043C0-C941-42FB-884A-7F5DAAFE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81300"/>
            <a:ext cx="4857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3B50"/>
                </a:solidFill>
              </a:defRPr>
            </a:pPr>
            <a:r>
              <a:rPr sz="2250" b="0">
                <a:solidFill>
                  <a:srgbClr val="103B50"/>
                </a:solidFill>
              </a:rPr>
              <a:t>[Descreva o objetivo principal e a contribuição esperada.]</a:t>
            </a:r>
          </a:p>
        </p:txBody>
      </p:sp>
    </p:spTree>
    <p:extLst>
      <p:ext uri="{BB962C8B-B14F-4D97-AF65-F5344CB8AC3E}">
        <p14:creationId xmlns:p14="http://schemas.microsoft.com/office/powerpoint/2010/main" val="12251355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bf04bc1df4fa0"/>
          <a:srcRect xmlns:a="http://schemas.openxmlformats.org/drawingml/2006/main" l="0" t="47552" r="0" b="475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962650"/>
            <a:ext cx="12192000" cy="89535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4c7c54ef554d63"/>
          <a:stretch xmlns:a="http://schemas.openxmlformats.org/drawingml/2006/main"/>
        </p:blipFill>
        <p:spPr>
          <a:xfrm xmlns:a="http://schemas.openxmlformats.org/drawingml/2006/main">
            <a:off x="9382125" y="174682"/>
            <a:ext cx="2143125" cy="860312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A1373-40B7-4BC7-925B-CFFC067A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B8C2"/>
                </a:solidFill>
              </a:defRPr>
            </a:pPr>
            <a:r>
              <a:rPr sz="1350" b="1">
                <a:solidFill>
                  <a:srgbClr val="00B8C2"/>
                </a:solidFill>
              </a:rPr>
              <a:t>ERBASE 2026  /  [SUBEVENTO]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25E4A-02DE-4D18-94DE-E3D38A94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3B50"/>
                </a:solidFill>
              </a:defRPr>
            </a:pPr>
            <a:r>
              <a:rPr sz="3300" b="1">
                <a:solidFill>
                  <a:srgbClr val="103B50"/>
                </a:solidFill>
              </a:rPr>
              <a:t>Metodologia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4023A-90C5-4392-99DA-8B473FB1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[Título curto do artigo] • [ID]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E5F51-A949-4805-8046-69E4F6D8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8C066-A70F-4351-8CEF-09BBEEBE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85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B8C2"/>
                </a:solidFill>
              </a:defRPr>
            </a:pPr>
            <a:r>
              <a:rPr sz="3300" b="1">
                <a:solidFill>
                  <a:srgbClr val="00B8C2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EDD42-3581-49F5-A302-EEA46251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62175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3B50"/>
                </a:solidFill>
              </a:defRPr>
            </a:pPr>
            <a:r>
              <a:rPr sz="2325" b="1">
                <a:solidFill>
                  <a:srgbClr val="103B50"/>
                </a:solidFill>
              </a:rPr>
              <a:t>[Planejamento]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F8EDC-61CF-4DF7-862D-AA8FAF6A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72415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3B50"/>
                </a:solidFill>
              </a:defRPr>
            </a:pPr>
            <a:r>
              <a:rPr sz="2025" b="0">
                <a:solidFill>
                  <a:srgbClr val="103B50"/>
                </a:solidFill>
              </a:rPr>
              <a:t>[Contexto, participantes, materiais ou dados utilizados.]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943DE-9D1F-4E1F-930D-F3FDDBCD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85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B8C2"/>
                </a:solidFill>
              </a:defRPr>
            </a:pPr>
            <a:r>
              <a:rPr sz="3300" b="1">
                <a:solidFill>
                  <a:srgbClr val="00B8C2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B2DEA2-1E13-47C9-A819-7D32D243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495675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3B50"/>
                </a:solidFill>
              </a:defRPr>
            </a:pPr>
            <a:r>
              <a:rPr sz="2325" b="1">
                <a:solidFill>
                  <a:srgbClr val="103B50"/>
                </a:solidFill>
              </a:rPr>
              <a:t>[Execução]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8AC4ED-E366-47CE-B327-C79047BA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5765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3B50"/>
                </a:solidFill>
              </a:defRPr>
            </a:pPr>
            <a:r>
              <a:rPr sz="2025" b="0">
                <a:solidFill>
                  <a:srgbClr val="103B50"/>
                </a:solidFill>
              </a:rPr>
              <a:t>[Procedimentos, desenvolvimento ou intervenção realizada.]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44E731-9C01-486F-AFA6-8891A691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85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B8C2"/>
                </a:solidFill>
              </a:defRPr>
            </a:pPr>
            <a:r>
              <a:rPr sz="3300" b="1">
                <a:solidFill>
                  <a:srgbClr val="00B8C2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CBD2B0-6991-4B99-9EE4-706FEE4A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829175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3B50"/>
                </a:solidFill>
              </a:defRPr>
            </a:pPr>
            <a:r>
              <a:rPr sz="2325" b="1">
                <a:solidFill>
                  <a:srgbClr val="103B50"/>
                </a:solidFill>
              </a:rPr>
              <a:t>[Avaliação e análise]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A1725B-BC47-45E6-A918-3628179C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3530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3B50"/>
                </a:solidFill>
              </a:defRPr>
            </a:pPr>
            <a:r>
              <a:rPr sz="2025" b="0">
                <a:solidFill>
                  <a:srgbClr val="103B50"/>
                </a:solidFill>
              </a:rPr>
              <a:t>[Critérios, métricas ou forma de análise das evidências.]</a:t>
            </a:r>
          </a:p>
        </p:txBody>
      </p:sp>
    </p:spTree>
    <p:extLst>
      <p:ext uri="{BB962C8B-B14F-4D97-AF65-F5344CB8AC3E}">
        <p14:creationId xmlns:p14="http://schemas.microsoft.com/office/powerpoint/2010/main" val="49622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af909998544945"/>
          <a:srcRect xmlns:a="http://schemas.openxmlformats.org/drawingml/2006/main" l="0" t="47552" r="0" b="475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962650"/>
            <a:ext cx="12192000" cy="89535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2e0dce6e224ef4"/>
          <a:stretch xmlns:a="http://schemas.openxmlformats.org/drawingml/2006/main"/>
        </p:blipFill>
        <p:spPr>
          <a:xfrm xmlns:a="http://schemas.openxmlformats.org/drawingml/2006/main">
            <a:off x="9382125" y="174682"/>
            <a:ext cx="2143125" cy="860312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35814-907F-4A24-BA51-4C83DD7F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B8C2"/>
                </a:solidFill>
              </a:defRPr>
            </a:pPr>
            <a:r>
              <a:rPr sz="1350" b="1">
                <a:solidFill>
                  <a:srgbClr val="00B8C2"/>
                </a:solidFill>
              </a:rPr>
              <a:t>ERBASE 2026  /  [SUBEVENTO]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FBB86-23E0-4301-809F-D5D0B9D3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3B50"/>
                </a:solidFill>
              </a:defRPr>
            </a:pPr>
            <a:r>
              <a:rPr sz="3300" b="1">
                <a:solidFill>
                  <a:srgbClr val="103B50"/>
                </a:solidFill>
              </a:rPr>
              <a:t>Proposta ou experiência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40E7A-AD68-4A0E-BBBC-3463CB09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[Título curto do artigo] • [ID]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15873-912C-47EB-9065-76530502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3C1DA-8A3B-4CB2-8AAC-9773697F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B8C2"/>
                </a:solidFill>
              </a:defRPr>
            </a:pPr>
            <a:r>
              <a:rPr sz="2325" b="1">
                <a:solidFill>
                  <a:srgbClr val="00B8C2"/>
                </a:solidFill>
              </a:rPr>
              <a:t>[Descrição da proposta]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8F8F3-A14B-4C82-8DEE-E913A2C9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46196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3B50"/>
                </a:solidFill>
              </a:defRPr>
            </a:pPr>
            <a:r>
              <a:rPr sz="2250" b="0">
                <a:solidFill>
                  <a:srgbClr val="103B50"/>
                </a:solidFill>
              </a:rPr>
              <a:t>[Explique o funcionamento, a intervenção ou o produto desenvolvido.]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0BAC1A-1A5B-486F-A947-4B93D580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228850"/>
            <a:ext cx="54292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96979"/>
                </a:solidFill>
              </a:defRPr>
            </a:pPr>
            <a:r>
              <a:rPr sz="2100" b="0">
                <a:solidFill>
                  <a:srgbClr val="496979"/>
                </a:solidFill>
              </a:rPr>
              <a:t>[Insira aqui uma foto, captura de tela ou figura do trabalho]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B1608-5619-4E80-ABFD-5114ECA9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2578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96979"/>
                </a:solidFill>
              </a:defRPr>
            </a:pPr>
            <a:r>
              <a:rPr sz="1500" b="0">
                <a:solidFill>
                  <a:srgbClr val="496979"/>
                </a:solidFill>
              </a:rPr>
              <a:t>[Figura 1 — Legenda e fonte]</a:t>
            </a:r>
          </a:p>
        </p:txBody>
      </p:sp>
    </p:spTree>
    <p:extLst>
      <p:ext uri="{BB962C8B-B14F-4D97-AF65-F5344CB8AC3E}">
        <p14:creationId xmlns:p14="http://schemas.microsoft.com/office/powerpoint/2010/main" val="16268982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06dd2eb234fb6"/>
          <a:srcRect xmlns:a="http://schemas.openxmlformats.org/drawingml/2006/main" l="0" t="47552" r="0" b="475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962650"/>
            <a:ext cx="12192000" cy="8953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0b245f913a4a23"/>
          <a:stretch xmlns:a="http://schemas.openxmlformats.org/drawingml/2006/main"/>
        </p:blipFill>
        <p:spPr>
          <a:xfrm xmlns:a="http://schemas.openxmlformats.org/drawingml/2006/main">
            <a:off x="9382125" y="174682"/>
            <a:ext cx="2143125" cy="860312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088D5-BDBC-4F77-BC47-946F90BD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B8C2"/>
                </a:solidFill>
              </a:defRPr>
            </a:pPr>
            <a:r>
              <a:rPr sz="1350" b="1">
                <a:solidFill>
                  <a:srgbClr val="00B8C2"/>
                </a:solidFill>
              </a:rPr>
              <a:t>ERBASE 2026  /  [SUBEVENTO]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6CC28-9471-4EFD-AA22-B72CC0B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3B50"/>
                </a:solidFill>
              </a:defRPr>
            </a:pPr>
            <a:r>
              <a:rPr sz="3300" b="1">
                <a:solidFill>
                  <a:srgbClr val="103B50"/>
                </a:solidFill>
              </a:rPr>
              <a:t>Resultados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CDCF5-76AB-4B3F-8679-3DC1A73D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[Título curto do artigo] • [ID]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512BD-F53D-4D98-8EE6-B796DB4B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0622D-13FB-4D5A-A838-927FDFAD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B8C2"/>
                </a:solidFill>
              </a:defRPr>
            </a:pPr>
            <a:r>
              <a:rPr sz="2700" b="1">
                <a:solidFill>
                  <a:srgbClr val="00B8C2"/>
                </a:solidFill>
              </a:rPr>
              <a:t>[Principal resultado em uma frase]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64FB8-03CF-43E1-B41E-992DA74A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68199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96979"/>
                </a:solidFill>
              </a:defRPr>
            </a:pPr>
            <a:r>
              <a:rPr sz="2100" b="0">
                <a:solidFill>
                  <a:srgbClr val="496979"/>
                </a:solidFill>
              </a:rPr>
              <a:t>[Insira um gráfico, uma tabela ou outra evidência do trabalho]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0165C4-AC1A-47C5-B6BA-5EA88A3E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00375"/>
            <a:ext cx="3400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3B50"/>
                </a:solidFill>
              </a:defRPr>
            </a:pPr>
            <a:r>
              <a:rPr sz="2175" b="1">
                <a:solidFill>
                  <a:srgbClr val="103B50"/>
                </a:solidFill>
              </a:rPr>
              <a:t>[Interpretação]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6307D-161F-4D3D-8DE2-26A8FD83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24275"/>
            <a:ext cx="340042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3B50"/>
                </a:solidFill>
              </a:defRPr>
            </a:pPr>
            <a:r>
              <a:rPr sz="2025" b="0">
                <a:solidFill>
                  <a:srgbClr val="103B50"/>
                </a:solidFill>
              </a:rPr>
              <a:t>[Explique o que os resultados mostram e como respondem ao objetivo.]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F121A-54EB-4BDB-A365-8363CAF5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819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979"/>
                </a:solidFill>
              </a:defRPr>
            </a:pPr>
            <a:r>
              <a:rPr sz="1350" b="0">
                <a:solidFill>
                  <a:srgbClr val="496979"/>
                </a:solidFill>
              </a:rPr>
              <a:t>[Fonte dos dados / tamanho da amostra]</a:t>
            </a:r>
          </a:p>
        </p:txBody>
      </p:sp>
    </p:spTree>
    <p:extLst>
      <p:ext uri="{BB962C8B-B14F-4D97-AF65-F5344CB8AC3E}">
        <p14:creationId xmlns:p14="http://schemas.microsoft.com/office/powerpoint/2010/main" val="19146808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f6b5abaed45cf"/>
          <a:srcRect xmlns:a="http://schemas.openxmlformats.org/drawingml/2006/main" l="0" t="47552" r="0" b="475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962650"/>
            <a:ext cx="12192000" cy="89535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a0b69c618435c"/>
          <a:stretch xmlns:a="http://schemas.openxmlformats.org/drawingml/2006/main"/>
        </p:blipFill>
        <p:spPr>
          <a:xfrm xmlns:a="http://schemas.openxmlformats.org/drawingml/2006/main">
            <a:off x="9382125" y="174682"/>
            <a:ext cx="2143125" cy="860312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3F001-EA35-4F79-9D58-F1108D7E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B8C2"/>
                </a:solidFill>
              </a:defRPr>
            </a:pPr>
            <a:r>
              <a:rPr sz="1350" b="1">
                <a:solidFill>
                  <a:srgbClr val="00B8C2"/>
                </a:solidFill>
              </a:rPr>
              <a:t>ERBASE 2026  /  [SUBEVENTO]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75728-4AC4-4624-A6FB-A977F5B2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3B50"/>
                </a:solidFill>
              </a:defRPr>
            </a:pPr>
            <a:r>
              <a:rPr sz="3300" b="1">
                <a:solidFill>
                  <a:srgbClr val="103B50"/>
                </a:solidFill>
              </a:rPr>
              <a:t>Conclusões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5092A-D79D-4036-A003-B0FED3B9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[Título curto do artigo] • [ID]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B39CF-3DBD-4BC2-BA4D-00399FB4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7EC72-D940-4A0F-B961-F67CEF53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B8C2"/>
                </a:solidFill>
              </a:defRPr>
            </a:pPr>
            <a:r>
              <a:rPr sz="3150" b="1">
                <a:solidFill>
                  <a:srgbClr val="00B8C2"/>
                </a:solidFill>
              </a:rPr>
              <a:t>[Contribuição principal do trabalho]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88DFE-761D-40D3-ACAA-30736173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3B50"/>
                </a:solidFill>
              </a:defRPr>
            </a:pPr>
            <a:r>
              <a:rPr sz="2250" b="0">
                <a:solidFill>
                  <a:srgbClr val="103B50"/>
                </a:solidFill>
              </a:rPr>
              <a:t>[Síntese do que foi alcançado e da resposta ao objetivo.]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C6413-1EF6-435E-88D4-0FB36FFE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3B50"/>
                </a:solidFill>
              </a:defRPr>
            </a:pPr>
            <a:r>
              <a:rPr sz="2100" b="1">
                <a:solidFill>
                  <a:srgbClr val="103B50"/>
                </a:solidFill>
              </a:rPr>
              <a:t>[Limitações]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F57516-DB19-4904-B184-67ECA08B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3B50"/>
                </a:solidFill>
              </a:defRPr>
            </a:pPr>
            <a:r>
              <a:rPr sz="1950" b="0">
                <a:solidFill>
                  <a:srgbClr val="103B50"/>
                </a:solidFill>
              </a:rPr>
              <a:t>[Delimite o alcance dos resultados.]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A4659-4A9B-4E79-BB4A-A6C9CB31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958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3B50"/>
                </a:solidFill>
              </a:defRPr>
            </a:pPr>
            <a:r>
              <a:rPr sz="2100" b="1">
                <a:solidFill>
                  <a:srgbClr val="103B50"/>
                </a:solidFill>
              </a:rPr>
              <a:t>[Próximos passos]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6758E-9E14-46E4-A713-D177A509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10540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3B50"/>
                </a:solidFill>
              </a:defRPr>
            </a:pPr>
            <a:r>
              <a:rPr sz="1950" b="0">
                <a:solidFill>
                  <a:srgbClr val="103B50"/>
                </a:solidFill>
              </a:rPr>
              <a:t>[Indique uma continuidade viável.]</a:t>
            </a:r>
          </a:p>
        </p:txBody>
      </p:sp>
    </p:spTree>
    <p:extLst>
      <p:ext uri="{BB962C8B-B14F-4D97-AF65-F5344CB8AC3E}">
        <p14:creationId xmlns:p14="http://schemas.microsoft.com/office/powerpoint/2010/main" val="15261387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9a101dfb0488d"/>
          <a:srcRect xmlns:a="http://schemas.openxmlformats.org/drawingml/2006/main" l="0" t="47552" r="0" b="475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962650"/>
            <a:ext cx="12192000" cy="89535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ff2b1fef049db"/>
          <a:stretch xmlns:a="http://schemas.openxmlformats.org/drawingml/2006/main"/>
        </p:blipFill>
        <p:spPr>
          <a:xfrm xmlns:a="http://schemas.openxmlformats.org/drawingml/2006/main">
            <a:off x="9382125" y="174682"/>
            <a:ext cx="2143125" cy="860312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F5160-44BD-4ABF-A776-4DF2B18F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B8C2"/>
                </a:solidFill>
              </a:defRPr>
            </a:pPr>
            <a:r>
              <a:rPr sz="1350" b="1">
                <a:solidFill>
                  <a:srgbClr val="00B8C2"/>
                </a:solidFill>
              </a:rPr>
              <a:t>ERBASE 2026  /  [SUBEVENTO]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32858-8E15-473E-9A1F-C948BAB7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3B50"/>
                </a:solidFill>
              </a:defRPr>
            </a:pPr>
            <a:r>
              <a:rPr sz="3300" b="1">
                <a:solidFill>
                  <a:srgbClr val="103B50"/>
                </a:solidFill>
              </a:rPr>
              <a:t>Referências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581B4-FBB5-4653-81E0-75F6AAA9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[Título curto do artigo] • [ID]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742F9-A2AC-46EE-BBBF-40033586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74FAC-B3E9-4581-A0CE-38C26CF4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3B50"/>
                </a:solidFill>
              </a:defRPr>
            </a:pPr>
            <a:r>
              <a:rPr sz="2100" b="0">
                <a:solidFill>
                  <a:srgbClr val="103B50"/>
                </a:solidFill>
              </a:rPr>
              <a:t>[AUTOR(ES). Título. Veículo, ano. DOI ou URL.]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988E43-FC40-430F-98D1-A44BE82B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3B50"/>
                </a:solidFill>
              </a:defRPr>
            </a:pPr>
            <a:r>
              <a:rPr sz="2100" b="0">
                <a:solidFill>
                  <a:srgbClr val="103B50"/>
                </a:solidFill>
              </a:rPr>
              <a:t>[AUTOR(ES). Título. Veículo, ano. DOI ou URL.]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C8BEF-DF61-4919-8AF1-95B60763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3B50"/>
                </a:solidFill>
              </a:defRPr>
            </a:pPr>
            <a:r>
              <a:rPr sz="2100" b="0">
                <a:solidFill>
                  <a:srgbClr val="103B50"/>
                </a:solidFill>
              </a:rPr>
              <a:t>[AUTOR(ES). Título. Veículo, ano. DOI ou URL.]</a:t>
            </a:r>
          </a:p>
        </p:txBody>
      </p:sp>
    </p:spTree>
    <p:extLst>
      <p:ext uri="{BB962C8B-B14F-4D97-AF65-F5344CB8AC3E}">
        <p14:creationId xmlns:p14="http://schemas.microsoft.com/office/powerpoint/2010/main" val="16463609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3B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4ace2f946472d"/>
          <a:srcRect xmlns:a="http://schemas.openxmlformats.org/drawingml/2006/main" l="0" t="31250" r="0" b="31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a9bee834aa48d4"/>
          <a:stretch xmlns:a="http://schemas.openxmlformats.org/drawingml/2006/main"/>
        </p:blipFill>
        <p:spPr>
          <a:xfrm xmlns:a="http://schemas.openxmlformats.org/drawingml/2006/main">
            <a:off x="8477250" y="857250"/>
            <a:ext cx="3238500" cy="3238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39D5E-3061-446A-B4BA-26001C28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[Mensagem final do trabalho]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E1D3A-6756-426C-B99C-5319B1F0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DCA9"/>
                </a:solidFill>
              </a:defRPr>
            </a:pPr>
            <a:r>
              <a:rPr sz="3225" b="1">
                <a:solidFill>
                  <a:srgbClr val="00DCA9"/>
                </a:solidFill>
              </a:rPr>
              <a:t>Perguntas e discussão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E5F75-614A-4EE0-8F38-F4EF0041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</a:defRPr>
            </a:pPr>
            <a:r>
              <a:rPr sz="2250" b="0">
                <a:solidFill>
                  <a:srgbClr val="FFFFFF"/>
                </a:solidFill>
              </a:rPr>
              <a:t>[Nome do(a) apresentador(a)]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B2164-186C-4892-B840-0FCCD5CB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[E-mail de contato]  •  [Link do projeto, se houver]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08d33758843d1"/>
          <a:stretch xmlns:a="http://schemas.openxmlformats.org/drawingml/2006/main"/>
        </p:blipFill>
        <p:spPr>
          <a:xfrm xmlns:a="http://schemas.openxmlformats.org/drawingml/2006/main">
            <a:off x="619125" y="5673986"/>
            <a:ext cx="447675" cy="672578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73166deae74398"/>
          <a:stretch xmlns:a="http://schemas.openxmlformats.org/drawingml/2006/main"/>
        </p:blipFill>
        <p:spPr>
          <a:xfrm xmlns:a="http://schemas.openxmlformats.org/drawingml/2006/main">
            <a:off x="1446676" y="5753100"/>
            <a:ext cx="3155022" cy="6381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EB67B-C847-46C8-A860-D730827D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6124575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ERBASE 2026 • IFAL – Campus Maragogi</a:t>
            </a:r>
          </a:p>
        </p:txBody>
      </p:sp>
    </p:spTree>
    <p:extLst>
      <p:ext uri="{BB962C8B-B14F-4D97-AF65-F5344CB8AC3E}">
        <p14:creationId xmlns:p14="http://schemas.microsoft.com/office/powerpoint/2010/main" val="10460147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2026-09-06T10:37:54.3070000Z</dcterms:created>
  <dcterms:modified xsi:type="dcterms:W3CDTF">2026-09-06T10:37:54.3070000Z</dcterms:modified>
</coreProperties>
</file>